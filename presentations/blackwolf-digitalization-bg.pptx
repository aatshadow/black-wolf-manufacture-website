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36576" cy="3200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828800"/>
            <a:ext cx="36576" cy="3200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27432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BLACKWOLF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56616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B82F6"/>
                </a:solidFill>
                <a:latin typeface="Calibri"/>
              </a:defRPr>
            </a:pPr>
            <a:r>
              <a:t>Цифрова Инфраструктура за Производство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Програма за Дигитализация — България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Предизвикателството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9601200" cy="7772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65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на производителите работят с таблици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43200"/>
            <a:ext cx="9601200" cy="7772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€2.4M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годишни загуби от неефективност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657600"/>
            <a:ext cx="9601200" cy="7772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947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свързаност — разпокъсани системи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572000"/>
            <a:ext cx="9601200" cy="7772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видимост в реално време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486400"/>
            <a:ext cx="9601200" cy="7772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киберсигурност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Кои сме 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96012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33172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BlackWolf — европейска компания за цифрова инфраструктура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063240"/>
            <a:ext cx="96012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338328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Специализирани в производствения сектор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114800"/>
            <a:ext cx="96012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4434840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2976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Екип с опит в NASA, Instagram, Uber 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166359"/>
            <a:ext cx="96012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486399"/>
            <a:ext cx="228600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3492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Офиси в Испания и България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Какво предлагаме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926080" cy="2011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2057400"/>
            <a:ext cx="73152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CRM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Управление на клиенти и продажби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2926080" cy="2011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057400"/>
            <a:ext cx="73152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ERP система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Управление на операции и инвентар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1828800"/>
            <a:ext cx="2926080" cy="2011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057400"/>
            <a:ext cx="73152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BI платформа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Бизнес анализи в реално време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4206240"/>
            <a:ext cx="2926080" cy="2011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80360" y="4434840"/>
            <a:ext cx="73152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Уебсайтове и eCommerce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303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Онлайн присъствие и продажби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206240"/>
            <a:ext cx="2926080" cy="2011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434840"/>
            <a:ext cx="73152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Киберсигурност (SOC)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303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24/7 AI защита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Как работим — 5 седмици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89607" y="3200400"/>
            <a:ext cx="841248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287" y="29718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5287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Седмица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2367" y="3840480"/>
            <a:ext cx="1554480" cy="11887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2367" y="4114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Анализ</a:t>
            </a:r>
          </a:p>
        </p:txBody>
      </p:sp>
      <p:sp>
        <p:nvSpPr>
          <p:cNvPr id="12" name="Oval 11"/>
          <p:cNvSpPr/>
          <p:nvPr/>
        </p:nvSpPr>
        <p:spPr>
          <a:xfrm>
            <a:off x="3718407" y="29718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8407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327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Седмица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5487" y="3840480"/>
            <a:ext cx="1554480" cy="11887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5487" y="4114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Архитектура</a:t>
            </a:r>
          </a:p>
        </p:txBody>
      </p:sp>
      <p:sp>
        <p:nvSpPr>
          <p:cNvPr id="17" name="Oval 16"/>
          <p:cNvSpPr/>
          <p:nvPr/>
        </p:nvSpPr>
        <p:spPr>
          <a:xfrm>
            <a:off x="5821527" y="29718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1527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Седмица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18607" y="3840480"/>
            <a:ext cx="1554480" cy="11887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8607" y="4114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Разработка</a:t>
            </a:r>
          </a:p>
        </p:txBody>
      </p:sp>
      <p:sp>
        <p:nvSpPr>
          <p:cNvPr id="22" name="Oval 21"/>
          <p:cNvSpPr/>
          <p:nvPr/>
        </p:nvSpPr>
        <p:spPr>
          <a:xfrm>
            <a:off x="7924647" y="29718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647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4567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Седмица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1727" y="3840480"/>
            <a:ext cx="1554480" cy="11887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1727" y="4114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Внедряване</a:t>
            </a:r>
          </a:p>
        </p:txBody>
      </p:sp>
      <p:sp>
        <p:nvSpPr>
          <p:cNvPr id="27" name="Oval 26"/>
          <p:cNvSpPr/>
          <p:nvPr/>
        </p:nvSpPr>
        <p:spPr>
          <a:xfrm>
            <a:off x="10027767" y="29718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27767" y="3017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7687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Седмица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4847" y="3840480"/>
            <a:ext cx="1554480" cy="11887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4847" y="41148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Оптимизация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Доказани Резултати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4572000" cy="25603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Kingly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→  -73% време за поръчки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→  0 загубени клиенти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66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→  4 служители преразпределени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4572000" cy="25603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FBA Pro Academy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→  €500K+ приходи за 1 месец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→  5 системи интегрирани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846320"/>
            <a:ext cx="96012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Над 80% подобрение на оперативната ефективност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Съответствие с Програмата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21284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12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ERP системи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0896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331012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CRM системи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0624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440740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Уебсайтове и eCommerce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01168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21284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2128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Бизнес интелигентност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10896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31012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10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Киберсигурност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206240"/>
            <a:ext cx="4572000" cy="86868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1E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40740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 и автоматизация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5486400"/>
            <a:ext cx="6400800" cy="7315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577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Calibri"/>
              </a:defRPr>
            </a:pPr>
            <a:r>
              <a:t>Поемаме цялата документация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731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Защо BlackWolf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325880"/>
            <a:ext cx="182880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4572000" cy="182880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228600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Всичко в едно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CRM, ERP, BI, Уеб, SOC — един партньор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4572000" cy="182880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 седмици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Бързо внедряване от анализ до оптимизация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97680"/>
            <a:ext cx="4572000" cy="182880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457200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За производство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49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Специализирани решения за индустрията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97680"/>
            <a:ext cx="4572000" cy="182880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572000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AI технологии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Изкуствен интелект вграден във всяко решение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36576" cy="4114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371600"/>
            <a:ext cx="36576" cy="4114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274320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Свържете се с нас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749039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contact@blackwolfsec.io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Calibri"/>
              </a:defRPr>
            </a:pPr>
            <a:r>
              <a:t>blackwolfsec.io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Вашият партньор за дигитална трансформация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